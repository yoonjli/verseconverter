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  /  Acts 4:1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베드로 와 요한 이 아직도 사람들에게 말하고 있는데, 제사장들과 성전 경비대장과 사두개 파 사람들이 몰려왔다.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priests and the captain of the temple guard and the Sadducees came up to Peter and John while they were speaking to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  /  Acts 4:2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사도들이 백성을 가르치는 것과, 예수 의 부활을 내세워서 죽은 사람들의 부활을 선전하고 있는 것에 격분해서,</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were greatly disturbed because the apostles were teaching the people, proclaiming in Jesus the resurrection of the dead.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  /  Acts 4:3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사도들을 붙잡았으나, 날이 이미 저물었으므로 다음 날까지 가두어 두었다.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seized Peter and John and, because it was evening, they put them in jail until the next day.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4:4  /  Acts 4:4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그런데 사도들의 말을 들은 사람들 가운데서 믿는 사람이 많으니, 남자 어른의 수가 약 오천 명이나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many who heard the message believed; so the number of men who believed grew to about five thousand.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4:5  /  Acts 4:5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이튿날 유대 의 지도자들과 장로들과 율법학자들이 예루살렘 에 모였는데,</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next day the rulers, the elders and the teachers of the law met in Jerusalem.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4:6  /  Acts 4:6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대제사장 안나스 를 비롯해서, 가야바 와 요한 과 알렉산더 와 그 밖에 대제사장의 가문에 속한 사람들이 모두 참석하였다.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Annas the high priest was there, and so were Caiaphas, John, Alexander and others of the high priest’s family.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4:7  /  Acts 4:7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사도들을 가운데에 세워 놓고서 물었다. “그대들은 대체 무슨 권세와 누구의 이름으로 이런 일을 하였소?”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had Peter and John brought before them and began to question them: “By what power or what name did you do this?”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4:8  /  Acts 4:8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 때에 베드로 가 성령이 충만하여 그들에게 말하였다. “백성의 지도자들과 장로 여러분,</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Peter, filled with the Holy Spirit, said to them: “Rulers and elders of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4:9  /  Acts 4:9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우리가 오늘 신문을 받는 것이, 병자에게 행한 착한 일과 또 그가 누구의 힘으로 낫게 되었느냐 하는 문제 때문이라면,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If we are being called to account today for an act of kindness shown to a man who was lame and are being asked how he was healed,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4:10  /  Acts 4:10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여러분 모두와 모든 이스라엘 백성은 이것을 알아야 합니다. 이 사람이 성한 몸으로 여러분 앞에</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know this, you and all the people of Israel: It is by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4:11  /  Acts 4:11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서게 된 것은, 여러분이 십자가에 못 박아 죽였으나 하나님이 죽은 사람들 가운데서 살리신 나사렛 예수 그리스도 의 이름을 힘입어서 된 것입니다. 이 예수 는 ‘너희들 집 짓는 사람들에게는 버림받은 돌이지만, 집 모퉁이의 머릿돌이 되신 분’입니다.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Christ of Nazareth, whom you crucified but whom God raised from the dead, that this man stands before you healed. Jesus is “ ‘the stone you builders rejected, which has become the cornerstone.’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4:12  /  Acts 4:12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예수 밖에는, 다른 아무에게도 구원은 없습니다. 사람들에게 주신 이름 가운데 우리가 의지하여 구원을 얻어야 할 이름은, 하늘 아래에 이 이름 밖에 다른 이름이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Salvation is found in no one else, for there is no other name under heaven given to mankind by which we must be saved.”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4:13  /  Acts 4:13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그들은 베드로 와 요한 이 본래 배운 것이 없는 보잘것없는 사람인 줄 알았는데, 이렇게 담대하게 말하는 것을 보고 놀랐다. 그리고 그들은 그 두 사람이 예수 와 함께 다녔다는 사실을 알았지만,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When they saw the courage of Peter and John and realized that they were unschooled, ordinary men, they were astonished and they took note that these men had been with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4:14  /  Acts 4:14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병 고침을 받은 사람이 그들 곁에 서 있는 것을 보고는, 아무 트집도 잡을 수 없었다.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since they could see the man who had been healed standing there with them, there was nothing they could say.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4:15  /  Acts 4:15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그래서 그들은 그 두 사람에게 명령하여 의회에서 나가게 한 뒤에, 서로 의논하면서 말하였다.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So they ordered them to withdraw from the Sanhedrin and then conferred together.</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4:16  /  Acts 4:16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사람들을 어떻게 하면 좋겠습니까? 그들로 말미암아 기적이 일어났다는 사실은, 예루살렘 에 사는 모든 사람이 다 알고 있고, 우리도 이것을 부인할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“What are we going to do with these men?” they asked. “Everyone living in Jerusalem knows they have performed a notable sign, and we cannot deny it.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4:17  /  Acts 4:17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다만 이 소문이 사람들에게 더 퍼지지 못하게, 앞으로는 이 이름으로 아무에게도 말하지 말라고, 그들에게 엄중히 경고합시다.”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to stop this thing from spreading any further among the people, we must warn them to speak no longer to anyone in this name.”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4:18  /  Acts 4:18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그런 다음에, 그들은 그 두 사람을 불러서, 절대로 예수 의 이름으로 말하지도 말고 가르치지도 말라고 명령하였다.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Then they called them in again and commanded them not to speak or teach at all in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4:19  /  Acts 4:19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 때에 베드로 와 요한 은 대답하였다. “하나님의 말씀을 듣는 것보다, 당신들의 말을 듣는 것이, 하나님 보시기에 옳은 일인가를 판단해 보십시오.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But Peter and John replied, “Which is right in God’s eyes: to listen to you, or to him? You be the judges!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4:20  /  Acts 4:20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우리는 보고 들은 것을 말하지 않을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As for us, we cannot help speaking about what we have seen and heard.”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4:21  /  Acts 4:21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백성이 모두 그 일어난 일로 하나님께 영광을 돌리고 있으므로, 그들은 사도들을 처벌할 방도가 없어서, 다시 위협만 하고서 놓아 보냈다.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After further threats they let them go. They could not decide how to punish them, because all the people were praising God for what had happened.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4:22  /  Acts 4:22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이 기적으로 병이 나은 이는 마흔 살이 넘은 사람이다.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For the man who was miraculously healed was over forty years old.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4:23  /  Acts 4:23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베드로 와 요한 은 풀려나는 길로 동료들에게로 가서, 대제사장들과 장로들이 한 말을 낱낱이 일렀다.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On their release, Peter and John went back to their own people and reported all that the chief priests and the elders had said to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4:24  /  Acts 4:24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동료들은 이 말을 듣고서, 다같이 하나님께 부르짖어 아뢰었다. “하늘과 땅과 바다와 그 안에 있는 모든 것을 지으신 주님,</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When they heard this, they raised their voices together in prayer to God. “Sovereign Lord,” they said, “you made the heavens and the earth and the sea, and everything in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4:25  /  Acts 4:25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주님께서는 주님의 종인 우리의 조상 다윗 의 입을 빌어서, 성령으로 이렇게 말씀하셨습니다.‘어찌하여 이방 민족이 날뛰며, 뭇 백성이 헛된 일을 꾀하였는가?</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You spoke by the Holy Spirit through the mouth of your servant, our father David: “ ‘Why do the nations rage and the peoples plot in vain?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4:26  /  Acts 4:26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세상 임금들이 들고일어나고, 통치자들이 함께 모여서, 주님과 그의 메시아 에게 대적하였다.’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 kings of the earth rise up and the rulers band together against the Lord and against his anointed 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4:27  /  Acts 4:27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사실, 헤롯 과 본디오 빌라도 가 이방 사람들과 이스라엘 백성과 한패가 되어, 이 성에 모여서, 주님께서 기름 부으신 거룩한 종 예수 를 대적하여,</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Indeed Herod and Pontius Pilate met together with the Gentiles and the people of Israel in this city to conspire against your holy servant Jesus, whom you anointed.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4:28  /  Acts 4:28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주님의 권능과 뜻으로 미리 정하여 두신 일들을 모두 행하였습니다.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They did what your power and will had decided beforehand should happen.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4:29  /  Acts 4:29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주님, 이제 그들의 위협을 내려다보시고, 주님의 종들이 참으로 담대하게 주님의 말씀을 말할 수 있게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Now, Lord, consider their threats and enable your servants to speak your word with great boldness.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4:30  /  Acts 4:30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그리고 주님께서 능력의 손을 뻗치시어 병을 낫게 해주시고, 주님의 거룩한 종 예수 의 이름으로 표징과 놀라운 일들이 일어나게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Stretch out your hand to heal and perform signs and wonders through the name of your holy servant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4:31  /  Acts 4:31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그들이 기도를 마치니, 그들이 모여 있는 곳이 흔들리고, 그들은 모두 성령으로 충만해서, 하나님의 말씀을 담대히 말하게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After they prayed, the place where they were meeting was shaken. And they were all filled with the Holy Spirit and spoke the word of God boldly.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4:32  /  Acts 4:32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많은 신도가 다 한 마음과 한 뜻이 되어서, 아무도 자기 소유를 자기 것이라고 하지 않고, 모든 것을 공동으로 사용하였다.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All the believers were one in heart and mind. No one claimed that any of their possessions was their own, but they shared everything they had.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4:33  /  Acts 4:33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사도들은 큰 능력으로 주 예수 의 부활을 증언하였고, 사람들은 모두 큰 은혜를 받았다.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With great power the apostles continued to testify to the resurrection of the Lord Jesus. And God’s grace was so powerfully at work in them all</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4:34  /  Acts 4:34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그들 가운데는 가난한 사람이 한 사람도 없었다. 땅이나 집을 가진 사람들은 그것을 팔아서, 그 판 돈을 가져다가</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that there were no needy persons among them. For from time to time those who owned land or houses sold them, brought the money from the sales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4:35  /  Acts 4:35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사도들의 발 앞에 놓았고, 사도들은 각 사람에게 필요에 따라 나누어주었다.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and put it at the apostles’ feet, and it was distributed to anyone who had need.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4:36  /  Acts 4:36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키프로스 태생으로, 레위 사람이요, 사도들에게서 바나바 곧 ‘위로의 아들’이라는 뜻의 별명을 받은 요셉 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Joseph, a Levite from Cyprus, whom the apostles called Barnabas (which means “son of encouragement”),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4:37  /  Acts 4:37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4200" b="0">
                <a:solidFill>
                  <a:srgbClr val="FFFFFF"/>
                </a:solidFill>
                <a:latin typeface="Malgun Gothic"/>
              </a:rPr>
              <a:t>자기가 가지고 있는 밭을 팔아서, 그 돈을 가져다가 사도들의 발 앞에 놓았다.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4000" b="0">
                <a:solidFill>
                  <a:srgbClr val="F0D980"/>
                </a:solidFill>
                <a:latin typeface="Georgia"/>
              </a:rPr>
              <a:t>sold a field he owned and brought the money and put it at the apostles’ feet.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