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  /  Philippians 3:1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끝으로, 나의 형제자매 여러분, 주 안에서 기뻐하십시오. 내가 같은 말을 되풀이해서 쓰는 것이 나에게는 번거롭지도 않고, 여러분에게는 안전합니다.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Further, my brothers and sisters, rejoice in the Lord! It is no trouble for me to write the same things to you again, and it is a safeguard for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3:2  /  Philippians 3:2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개들을 조심하십시오. 악한 일꾼들을 조심하십시오. 살을 잘라내는 할례를 주장하는 자들을 조심하십시오.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Watch out for those dogs, those evildoers, those mutilators of the flesh.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3:3  /  Philippians 3:3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하나님의 영으로 예배하며, 그리스도 예수 안에서 자랑하며, 육신을 의지하지 않는 우리들이야말로, 참으로 할례 받은 사람입니다.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For it is we who are the circumcision, we who serve God by his Spirit, who boast in Christ Jesus, and who put no confidence in the flesh—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3:4  /  Philippians 3:4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하기야, 나는 육신에도 신뢰를 둘 만합니다. 다른 어떤 사람이 육신에 신뢰를 둘 만한 것이 있다고 생각하면, 나는 더욱 그러합니다.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If someone else thinks they have reasons to put confidence in the flesh, I have more: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3:5  /  Philippians 3:5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나는 난 지 여드레만에 할례를 받았고, 이스라엘 민족 가운데서도 베냐민 지파요, 히브리 사람 가운데서도 히브리 사람이요, 율법으로는 바리새 파 사람이요,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circumcised on the eighth day, of the people of Israel, of the tribe of Benjamin, a Hebrew of Hebrews; in regard to the law, a Pharisee;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3:6  /  Philippians 3:6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열성으로는 교회를 박해한 사람이요, 율법의 의로는 흠 잡힐 데가 없는 사람이었습니다.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as for zeal, persecuting the church; as for righteousness based on the law, faultless.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3:7  /  Philippians 3:7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[그러나] 나는 내게 이로웠던 것은 무엇이든지 그리스도 때문에 해로운 것으로 여기게 되었습니다.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But whatever were gains to me I now consider loss for the sake of Christ.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3:8  /  Philippians 3:8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그뿐만 아니라, 내 주 예수 그리스도를 아는 지식이 가장 고귀하므로, 나는 그 밖의 모든 것을 해로 여깁니다. 나는 그리스도 때문에 모든 것을 잃었고, 그 모든 것을 오물로 여깁니다. 나는 그리스도를 얻고,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What is more, I consider everything a loss because of the surpassing worth of knowing Christ Jesus my Lord, for whose sake I have lost all things. I consider them garbage, that I may gain Christ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3:9  /  Philippians 3:9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그리스도 안에 있는 사람으로 인정받으려고 합니다. 나는 율법에서 생기는 나 스스로의의가 아니라, 그리스도 를 믿는 믿음으로 말미암아 오는 의 곧 믿음에 근거하여, 하나님에게서 오는 의를 얻으려고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and be found in him, not having a righteousness of my own that comes from the law, but that which is through faith in Christ—the righteousness that comes from God on the basis of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3:10  /  Philippians 3:10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내가 바라는 것은, 그리스도를 알고, 그분의 부활의 능력을 깨닫고, 그분의 고난에 동참하여, 그분의 죽으심을 본받는 것입니다.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 want to know Christ—yes, to know the power of his resurrection and participation in his sufferings, becoming like him in his death,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3:11  /  Philippians 3:11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그리하여 나는 어떻게 해서든지, 죽은 사람들 가운데서 살아나는 부활에 이르고 싶습니다.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and so, somehow, attaining to the resurrection from the dead.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3:12  /  Philippians 3:12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나는 이것을 이미 얻은 것도 아니며, 이미 목표점에 다다른 것도 아닙니다. 그리스도 [예수]께서 나를 사로잡으셨으므로, 나는 그것을 붙들려고 좇아가고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Not that I have already obtained all this, or have already arrived at my goal, but I press on to take hold of that for which Christ Jesus took hold of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3:13  /  Philippians 3:13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형제자매 여러분, 나는 아직 그것을 붙들었다고 생각하지 않습니다. 내가 하는 일은 오직 한 가지입니다. 뒤에 있는 것은 잊어버리고, 앞에 있는 것을 향하여 몸을 내밀면서,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Brothers and sisters, I do not consider myself yet to have taken hold of it. But one thing I do: Forgetting what is behind and straining toward what is ahead,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3:14  /  Philippians 3:14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그리스도 예수 안에서, 하나님께서 위로부터 부르신 그 부르심의 상을 받으려고, 목표점을 바라보고 달려가고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 press on toward the goal to win the prize for which God has called me heavenward in Christ Jesus.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3:15  /  Philippians 3:15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그러므로 누구든지 성숙한 사람은 이와 같이 생각하십시오. 여러분이 무엇인가를 달리 생각하면, 하나님께서는 그것도 여러분에게 드러내실 것입니다.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All of us, then, who are mature should take such a view of things. And if on some point you think differently, that too God will make clear to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3:16  /  Philippians 3:16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어쨌든, 우리가 어느 단계에 도달했든지 그 단계에 맞추어서 행합시다.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Only let us live up to what we have already attained.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3:17  /  Philippians 3:17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형제자매 여러분, 다 함께 나를 본받으십시오. 여러분이 우리를 본보기로 삼은 것과 같이, 우리를 본받아서 사는 사람들을 눈여겨보십시오.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Join together in following my example, brothers and sisters, and just as you have us as a model, keep your eyes on those who live as we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3:18  /  Philippians 3:18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내가 여러분에게 여러 번 말하였고, 지금도 눈물을 흘리면서 말하지만, 그리스도의 십자가의 원수로 살아가는 사람이 많이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For, as I have often told you before and now tell you again even with tears, many live as enemies of the cross of Christ.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3:19  /  Philippians 3:19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그들의 마지막은 멸망입니다. 그들은 배를 자기네의 하나님으로 삼고, 자기네의 수치를 영광으로 삼고, 땅의 것만을 생각합니다.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Their destiny is destruction, their god is their stomach, and their glory is in their shame. Their mind is set on earthly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3:20  /  Philippians 3:20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그러나 우리의 시민권은 하늘에 있습니다. 그곳으로부터 우리는 구주로 오실 주 예수 그리스도를 기다리고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But our citizenship is in heaven. And we eagerly await a Savior from there, the Lord Jesus Christ,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3:21  /  Philippians 3:21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Malgun Gothic"/>
              </a:rPr>
              <a:t>그분은 만물을 복종시킬 수 있는 권능으로, 우리의 비천한 몸을 변화시키셔서, 자기의 영광스러운 몸과 같은 모습이 되게 하실 것입니다.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who, by the power that enables him to bring everything under his control, will transform our lowly bodies so that they will be like his glorious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