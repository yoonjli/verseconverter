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  /  1 Samuel 26:1</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십 광야의 주민이 기브아 로 사울 을 찾아와서 밀고하였다. “ 다윗 은 여시몬 맞은쪽 하길라 산 속에 숨어 있는 것이 확실합니다.”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 Ziphites went to Saul at Gibeah and said, “Is not David hiding on the hill of Hakilah, which faces Jeshimon?”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  /  1 Samuel 26:2</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그래서 사울 이 일어나, 이스라엘 에서 삼천 명을 골라 거느리고, 십 광야에 있는 다윗 을 찾으러 직접 십 광야로 내려갔다.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So Saul went down to the Desert of Ziph, with his three thousand select Israelite troops, to search there for David.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26:3  /  1 Samuel 26:3</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은 여시몬 맞은쪽 하길라 산 속으로 들어가 길 가에 진을 쳤다. 이 때에 다윗 은 바로 그 광야에 있었기 때문에, 사울 이 자기를 잡으려고 그 광야로 쫓아온 것을 알게 되었다.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Saul made his camp beside the road on the hill of Hakilah facing Jeshimon, but David stayed in the wilderness. When he saw that Saul had followed him there,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26:4  /  1 Samuel 26:4</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은 곧 정찰대원들을 파견하여, 사울 이 와 있는 장소가 어디인가를 확인하게 한 다음에,</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he sent out scouts and learned that Saul had definitely arrived.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26:5  /  1 Samuel 26:5</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진을 친 곳으로 가 보았다. 다윗 이 그 곳에 와 보니, 사울 과 넬 의 아들 아브넬 군사령관이 자고 있었는데, 사울 은 진의 한가운데서 자고, 그의 둘레에는 군인들이 사방으로 진을 치고 있었다.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David set out and went to the place where Saul had camped. He saw where Saul and Abner son of Ner, the commander of the army, had lain down. Saul was lying inside the camp, with the army encamped around him.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26:6  /  1 Samuel 26:6</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그래서 다윗 이, 헷 사람 아히멜렉 과 스루야 의 아들 요압 의 아우인 아비새 에게, 누가 자기와 함께 사울 의 진으로 내려가겠느냐고 물으니, 아비새 가 나서서, 자기가 다윗 과 함께 내려가겠다고 대답하였다.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David then asked Ahimelek the Hittite and Abishai son of Zeruiah, Joab’s brother, “Who will go down into the camp with me to Saul?” “I’ll go with you,” said Abishai.</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26:7  /  1 Samuel 26:7</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이리하여 다윗 이 아비새 를 데리고 밤에 군인들이 있는 곳으로 가 보니, 사울 이 진의 한가운데서 누워 자고, 그의 머리맡에는 그의 창이 땅바닥에 꽂혀 있고, 아브넬 과 군인들은 그의 둘레에 사방으로 누워 있었다.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So David and Abishai went to the army by night, and there was Saul, lying asleep inside the camp with his spear stuck in the ground near his head. Abner and the soldiers were lying around him.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26:8  /  1 Samuel 26:8</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아비새 가 다윗 에게 자청하였다. “하나님이 오늘, 이 원수를 장군님의 손에 넘겨 주셨습니다. 제가 그를 당장 창으로 찔러 땅바닥에 박아 놓겠습니다. 두 번 찌를 것도 없이, 한 번이면 됩니다.”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Abishai said to David, “Today God has delivered your enemy into your hands. Now let me pin him to the ground with one thrust of the spear; I won’t strike him twice.”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26:9  /  1 Samuel 26:9</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그러나 다윗 은 아비새 에게 타일렀다. “그를 죽여서는 안 된다. 그 어느 누구든지, 주님께서 기름부어 세우신 자를 죽였다가는 벌을 면하지 못한다.”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But David said to Abishai, “Don’t destroy him! Who can lay a hand on the Lord’s anointed and be guiltless?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26:10  /  1 Samuel 26:10</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말을 계속하였다. “주님께서 확실히 살아 계심을 두고 말하지만, 주님께서 사울 을 치시든지, 죽을 날이 되어서 죽든지, 또는 전쟁에 나갔다가 죽든지 할 것이다.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As surely as the Lord lives,” he said, “the Lord himself will strike him, or his time will come and he will die, or he will go into battle and perish.</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26:11  /  1 Samuel 26:11</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주님께서 기름부어 세우신 이를 내가 쳐서 죽이는 일은, 주님께서 금하시는 일이다. 그러므로 이제 우리는 그의 머리맡에 있는 창과 물병만 가지고 가자.”</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But the Lord forbid that I should lay a hand on the Lord’s anointed. Now get the spear and water jug that are near his head, and let’s go.”</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26:12  /  1 Samuel 26:12</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사울 의 머리맡에 있던 창과 물병을 들고 아비새 와 함께 빠져 나왔으나, 보는 사람도 없고, 눈치채는 사람도 없고, 깨는 사람도 없었다. 주님께서 그들을 깊이 잠들게 하셔서, 그들이 모두 곤하게 잠들어 있었기 때문이다.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So David took the spear and water jug near Saul’s head, and they left. No one saw or knew about it, nor did anyone wake up. They were all sleeping, because the Lord had put them into a deep sleep.</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26:13  /  1 Samuel 26:13</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맞은편으로 건너가 멀리 산꼭대기에 섰다. 다윗 과 사울 사이의 거리가 꽤 멀어졌다.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David crossed over to the other side and stood on top of the hill some distance away; there was a wide space between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26:14  /  1 Samuel 26:14</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여기서 다윗 이 사울 의 부하들과 넬 의 아들 아브넬 에게 소리쳤다. “ 아브넬 은 대답을 하여라!” 아브넬 이 대답하였다. “네가 누구이기에 감히 소리를 쳐서 임금님을 깨우느냐?”</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He called out to the army and to Abner son of Ner, “Aren’t you going to answer me, Abner?” Abner replied, “Who are you who calls to the king?”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26:15  /  1 Samuel 26:15</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아브넬 에게 호통을 쳤다. “너는 사내 대장부가 아니냐? 이스라엘 천지에서 너만한 대장부가 어디에 또 있느냐? 그런데 네가 어째서 너의 상전인 임금님을 잘 보호하여 드리지 않았느냐? 백성 가운데 한 사람이 너의 상전인 임금님을 범하려고 이미 들어갔었다.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David said, “You’re a man, aren’t you? And who is like you in Israel? Why didn’t you guard your lord the king? Someone came to destroy your lord the king.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26:16  /  1 Samuel 26:16</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너는 이번에 너의 책임을 다하지 못했다. 주님께서 확실히 살아 계심을 두고 말하지만, 너희가 주님께서 기름부어 세우신 너희의 상전을 보호해 드리지 못했으니, 너희는 이제 죽어 마땅하다. 그러므로 너는 이제 왕의 창이 어디로 갔으며, 왕의 머리맡에 있던 물병이 어디로 갔는지, 어서 찾아 보도록 하여라.”</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What you have done is not good. As surely as the Lord lives, you and your men must die, because you did not guard your master, the Lord’s anointed. Look around you. Where are the king’s spear and water jug that were near his head?”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26:17  /  1 Samuel 26:17</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다윗 의 목소리를 알아듣고 말하였다. “나의 아들 다윗 아, 이것이 정말로 너의 목소리냐?” 다윗 이 대답하였다. “나의 상전이신 임금님, 그러합니다.”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Saul recognized David’s voice and said, “Is that your voice, David my son?” David replied, “Yes it is, my lord the king.”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26:18  /  1 Samuel 26:18</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그런 다음에, 다윗 이 말하였다. “나의 상전이신 임금님은 어찌하여 이렇게 임금님의 종을 사냥하러 나오셨습니까? 내가 무슨 잘못을 저질렀습니까? 내 손으로 저지른 죄악이 무엇입니까?</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And he added, “Why is my lord pursuing his servant? What have I done, and what wrong am I guilty of?</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26:19  /  1 Samuel 26:19</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나의 상전이신 임금님은 이 종이 하는 말에 귀를 기울여 주시기 바랍니다. 임금님을 충동하여 나를 치도록 시키신 분이 주님이시면, 나는 기꺼이 희생제물이 되겠습니다. 그러나 임금님을 충동하여 나를 치도록 시킨 것이 사람이면, 그들이 주님에게서 저주를 받기를 바랍니다. 주님께서 유산으로 주신 땅에서 내가 받을 몫을 받지 못하도록 하고, 나더러 멀리 떠나가서 다른 신들이나 섬기라고 하면서, 나를 쫓아낸 자들이 바로 그들이기 때문입니다.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Now let my lord the king listen to his servant’s words. If the Lord has incited you against me, then may he accept an offering. If, however, people have done it, may they be cursed before the Lord! They have driven me today from my share in the Lord’s inheritance and have said, ‘Go, serve other gods.’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26:20  /  1 Samuel 26:20</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그러니 이제, 주님으로부터 멀리 떨어진 이 이방 땅에서, 내가 살해당하지 않게 하여 주시기를 바랍니다. 어찌하여 이스라엘 의 임금님이, 사냥꾼이 산에서 메추라기를 사냥하듯이, 겨우 벼룩 한 마리 같은 나를 찾으러 이렇게 나서셨습니까?”</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Now do not let my blood fall to the ground far from the presence of the Lord. The king of Israel has come out to look for a flea—as one hunts a partridge in the mountains.”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26:21  /  1 Samuel 26:21</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대답하였다. “내가 잘못했다. 나의 아들 다윗 아, 돌아오너라. 네가 오늘 나의 생명을 귀중하게 여겨 주었으니, 내가 다시는 너에게 해를 끼치지 않겠다. 정말 내가 어리석은 일을 하여, 아주 큰 잘못을 저질렀다.”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Saul said, “I have sinned. Come back, David my son. Because you considered my life precious today, I will not try to harm you again. Surely I have acted like a fool and have been terribly wrong.”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26:22  /  1 Samuel 26:22</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말하였다. “여기에 임금님의 창이 있습니다. 젊은이 하나가 건너와서 가져가게 하십시오.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“Here is the king’s spear,” David answered. “Let one of your young men come over and get it.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26:23  /  1 Samuel 26:23</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주님께서 각 사람에게 그 공의와 진실을 따라 갚아 주시기를 바랍니다. 주님께서 오늘 임금님을 나의 손에 넘겨 주셨지만, 나는, 주님께서 기름부어 세우신 임금님께 손을 대지 않았습니다.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 Lord rewards everyone for their righteousness and faithfulness. The Lord delivered you into my hands today, but I would not lay a hand on the Lord’s anointed.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26:24  /  1 Samuel 26:24</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그러므로 내가 오늘 임금님의 생명을 귀중하게 여겼던 것과 같이, 주님께서도 나의 생명을 귀중하게 여기시고, 어떠한 궁지에서도 나를 건져 내어 주실 것입니다.”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As surely as I valued your life today, so may the Lord value my life and deliver me from all trouble.”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2700" b="1">
                <a:solidFill>
                  <a:srgbClr val="D4AF37"/>
                </a:solidFill>
                <a:latin typeface="Malgun Gothic"/>
              </a:rPr>
              <a:t>사무엘기상 26:25  /  1 Samuel 26:25</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다윗 에게 말하였다. “나의 아들 다윗 아, 하나님이 너에게 복 주시기를 바란다. 너는 참으로 일을 해낼 만한 사람이니, 매사에 형통하기를 바란다.” 다윗 은 자기의 길로 가고, 사울 도 자기의 궁으로 돌아갔다.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Saul said to David, “May you be blessed, David my son; you will do great things and surely triumph.” So David went on his way, and Saul returned home.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