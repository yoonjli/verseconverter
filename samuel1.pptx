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  /  1 Samuel 26:1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십 광야의 주민이 기브아 로 사울 을 찾아와서 밀고하였다. “ 다윗 은 여시몬 맞은쪽 하길라 산 속에 숨어 있는 것이 확실합니다.”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The Ziphites went to Saul at Gibeah and said, “Is not David hiding on the hill of Hakilah, which faces Jeshimon?”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26:2  /  1 Samuel 26:2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그래서 사울 이 일어나, 이스라엘 에서 삼천 명을 골라 거느리고, 십 광야에 있는 다윗 을 찾으러 직접 십 광야로 내려갔다.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So Saul went down to the Desert of Ziph, with his three thousand select Israelite troops, to search there for David.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26:3  /  1 Samuel 26:3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사울 은 여시몬 맞은쪽 하길라 산 속으로 들어가 길 가에 진을 쳤다. 이 때에 다윗 은 바로 그 광야에 있었기 때문에, 사울 이 자기를 잡으려고 그 광야로 쫓아온 것을 알게 되었다.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Saul made his camp beside the road on the hill of Hakilah facing Jeshimon, but David stayed in the wilderness. When he saw that Saul had followed him there,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26:4  /  1 Samuel 26:4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다윗 은 곧 정찰대원들을 파견하여, 사울 이 와 있는 장소가 어디인가를 확인하게 한 다음에,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he sent out scouts and learned that Saul had definitely arrived.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26:5  /  1 Samuel 26:5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사울 이 진을 친 곳으로 가 보았다. 다윗 이 그 곳에 와 보니, 사울 과 넬 의 아들 아브넬 군사령관이 자고 있었는데, 사울 은 진의 한가운데서 자고, 그의 둘레에는 군인들이 사방으로 진을 치고 있었다.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Then David set out and went to the place where Saul had camped. He saw where Saul 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26:6  /  1 Samuel 26:5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그래서 다윗 이, 헷 사람 아히멜렉 과 스루야 의 아들 요압 의 아우인 아비새 에게, 누가 자기와 함께 사울 의 진으로 내려가겠느냐고 물으니, 아비새 가 나서서, 자기가 다윗 과 함께 내려가겠다고 대답하였다.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Abner son of Ner, the commander of the army, had lain down. Saul was lying inside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26:7  /  1 Samuel 26:5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이리하여 다윗 이 아비새 를 데리고 밤에 군인들이 있는 곳으로 가 보니, 사울 이 진의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the camp, with the army encamped around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26:7  /  1 Samuel 26:6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한가운데서 누워 자고, 그의 머리맡에는 그의 창이 땅바닥에 꽂혀 있고, 아브넬 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“I’ll go with you,” said Abishai.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26:7  /  1 Samuel 26:7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군인들은 그의 둘레에 사방으로 누워 있었다.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So David and Abishai went to the army by night, and there was Saul, lying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26:8  /  1 Samuel 26:7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아비새 가 다윗 에게 자청하였다. “하나님이 오늘, 이 원수를 장군님의 손에 넘겨 주셨습니다. 제가 그를 당장 창으로 찔러 땅바닥에 박아 놓겠습니다. 두 번 찌를 것도 없이, 한 번이면 됩니다.”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asleep inside the camp with his spear stuck in the ground near his head.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26:9  /  1 Samuel 26:7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그러나 다윗 은 아비새 에게 타일렀다. “그를 죽여서는 안 된다. 그 어느 누구든지, 주님께서 기름부어 세우신 자를 죽였다가는 벌을 면하지 못한다.”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Abner and the soldiers were lying around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26:10  /  1 Samuel 26:8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다윗 이 말을 계속하였다. “주님께서 확실히 살아 계심을 두고 말하지만, 주님께서 사울 을 치시든지, 죽을 날이 되어서 죽든지, 또는 전쟁에 나갔다가 죽든지 할 것이다.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Abishai said to David, “Today God has delivered your enemy into your hands. Now let me pin him to the ground with one thrust of the spear; I won’t strike him twice.”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26:11  /  1 Samuel 26:9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주님께서 기름부어 세우신 이를 내가 쳐서 죽이는 일은, 주님께서 금하시는 일이다. 그러므로 이제 우리는 그의 머리맡에 있는 창과 물병만 가지고 가자.”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But David said to Abishai, “Don’t destroy him! Who can lay a hand on the Lord’s anointed and be guiltless?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26:12  /  1 Samuel 26:10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다윗 이 사울 의 머리맡에 있던 창과 물병을 들고 아비새 와 함께 빠져 나왔으나, 보는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As surely as the Lord lives,” he said, “the Lord himself will strike him, or his time will come and he will die, or he will go into battle and perish.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26:12  /  1 Samuel 26:11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사람도 없고, 눈치채는 사람도 없고, 깨는 사람도 없었다. 주님께서 그들을 깊이 잠들게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But the Lord forbid that I should lay a hand on the Lord’s anointed. Now get the spear and water jug that are near his head, and let’s go.”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26:12  /  1 Samuel 26:12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하셔서, 그들이 모두 곤하게 잠들어 있었기 때문이다.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So David took the spear and water jug near Saul’s head, and they left. No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26:13  /  1 Samuel 26:12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다윗 이 맞은편으로 건너가 멀리 산꼭대기에 섰다. 다윗 과 사울 사이의 거리가 꽤 멀어졌다.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saw or knew about it, nor did anyone wake up. They were all sleeping, because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26:14  /  1 Samuel 26:12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여기서 다윗 이 사울 의 부하들과 넬 의 아들 아브넬 에게 소리쳤다. “ 아브넬 은 대답을 하여라!” 아브넬 이 대답하였다. “네가 누구이기에 감히 소리를 쳐서 임금님을 깨우느냐?”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the Lord had put them into a deep sleep.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26:15  /  1 Samuel 26:13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다윗 이 아브넬 에게 호통을 쳤다. “너는 사내 대장부가 아니냐? 이스라엘 천지에서 너만한 대장부가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Then David crossed over to the other side and stood on top of the hill some distance away; there was a wide space between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26:15  /  1 Samuel 26:14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어디에 또 있느냐? 그런데 네가 어째서 너의 상전인 임금님을 잘 보호하여 드리지 않았느냐? 백성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Abner replied, “Who are you who calls to the king?”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26:15  /  1 Samuel 26:15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가운데 한 사람이 너의 상전인 임금님을 범하려고 이미 들어갔었다.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David said, “You’re a man, aren’t you? And who is like you in Israel? Why didn’t you guard your lord the king? Someone came to destroy your lord the 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26:16  /  1 Samuel 26:16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너는 이번에 너의 책임을 다하지 못했다. 주님께서 확실히 살아 계심을 두고 말하지만, 너희가 주님께서 기름부어 세우신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What you have done is not good. As surely as the Lord lives, you and your men must die,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26:16  /  1 Samuel 26:16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너희의 상전을 보호해 드리지 못했으니, 너희는 이제 죽어 마땅하다. 그러므로 너는 이제 왕의 창이 어디로 갔으며, 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because you did not guard your master, the Lord’s anointed. Look around you. Where are the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26:16  /  1 Samuel 26:16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머리맡에 있던 물병이 어디로 갔는지, 어서 찾아 보도록 하여라.”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king’s spear and water jug that were near his head?”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26:17  /  1 Samuel 26:17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사울 이 다윗 의 목소리를 알아듣고 말하였다. “나의 아들 다윗 아, 이것이 정말로 너의 목소리냐?” 다윗 이 대답하였다. “나의 상전이신 임금님, 그러합니다.”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David replied, “Yes it is, my lord the king.”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26:18  /  1 Samuel 26:18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그런 다음에, 다윗 이 말하였다. “나의 상전이신 임금님은 어찌하여 이렇게 임금님의 종을 사냥하러 나오셨습니까? 내가 무슨 잘못을 저질렀습니까? 내 손으로 저지른 죄악이 무엇입니까?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And he added, “Why is my lord pursuing his servant? What have I done, and what wrong am I guilty of?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26:19  /  1 Samuel 26:19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나의 상전이신 임금님은 이 종이 하는 말에 귀를 기울여 주시기 바랍니다. 임금님을 충동하여 나를 치도록 시키신 분이 주님이시면, 나는 기꺼이 희생제물이 되겠습니다. 그러나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Now let my lord the king listen to his servant’s words. If the Lord has incited you against me, then may he accept 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26:19  /  1 Samuel 26:19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임금님을 충동하여 나를 치도록 시킨 것이 사람이면, 그들이 주님에게서 저주를 받기를 바랍니다. 주님께서 유산으로 주신 땅에서 내가 받을 몫을 받지 못하도록 하고, 나더러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offering. If, however, people have done it, may they be cursed before the Lord! They have driven me today from my share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26:19  /  1 Samuel 26:19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멀리 떠나가서 다른 신들이나 섬기라고 하면서, 나를 쫓아낸 자들이 바로 그들이기 때문입니다.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in the Lord’s inheritance and have said, ‘Go, serve other gods.’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26:20  /  1 Samuel 26:20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그러니 이제, 주님으로부터 멀리 떨어진 이 이방 땅에서, 내가 살해당하지 않게 하여 주시기를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Now do not let my blood fall to the ground far from the presence of the Lord. The king of Israel has come out to look for a flea—as one hunts a partridge in the mountains.”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26:20  /  1 Samuel 26:21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바랍니다. 어찌하여 이스라엘 의 임금님이, 사냥꾼이 산에서 메추라기를 사냥하듯이, 겨우 벼룩 한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Then Saul said, “I have sinned. Come back, David my son. Because you considered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26:20  /  1 Samuel 26:21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마리 같은 나를 찾으러 이렇게 나서셨습니까?”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my life precious today, I will not try to harm you again. Surely I have acted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26:21  /  1 Samuel 26:21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사울 이 대답하였다. “내가 잘못했다. 나의 아들 다윗 아, 돌아오너라. 네가 오늘 나의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like a fool and have been terribly wrong.”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26:21  /  1 Samuel 26:22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생명을 귀중하게 여겨 주었으니, 내가 다시는 너에게 해를 끼치지 않겠다. 정말 내가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“Here is the king’s spear,” David answered. “Let one of your young men come over and get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26:21  /  1 Samuel 26:23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어리석은 일을 하여, 아주 큰 잘못을 저질렀다.”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The Lord rewards everyone for their righteousness and faithfulness. The Lord delivered you into my hands today, but I would not lay a hand on the Lord’s anointed.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26:22  /  1 Samuel 26:24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다윗 이 말하였다. “여기에 임금님의 창이 있습니다. 젊은이 하나가 건너와서 가져가게 하십시오.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As surely as I valued your life today, so may the Lord value my life and deliver me from all trouble.”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사무엘기상 26:23  /  1 Samuel 26:25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주님께서 각 사람에게 그 공의와 진실을 따라 갚아 주시기를 바랍니다. 주님께서 오늘 임금님을 나의 손에 넘겨 주셨지만, 나는, 주님께서 기름부어 세우신 임금님께 손을 대지 않았습니다.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So David went on his way, and Saul returned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